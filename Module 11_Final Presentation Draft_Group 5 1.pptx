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1B95-8B7F-4BA6-8A3D-52368204D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BC41F-85A3-DB31-1ABB-863B80F19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545A7-20A6-936B-219D-B96FB22E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24727-8D9F-86D9-F03D-D584F1560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8CFF5-AB28-8C52-94CB-7AC28C27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0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76E7-EEF6-BFA0-437F-779BD9D3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5D189-5080-CF32-D0C9-9C6A97240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0A213-AEB1-06D1-9B57-3D29A414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99A16-9E05-AF09-83C4-EFE3CE4F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B83BA-DA1C-63AA-356E-9DF34EE0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8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CC48-8B00-2EFD-8573-4AB6D157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E3D31-E655-67C5-C6AF-7CD322D3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8458C-2E26-D9FE-2EDE-36B937788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463AE-93CD-A519-B55A-606F2A18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C3AE4-0FAC-9CC8-86A9-3E540829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30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59AD-FD8C-652A-F533-75340D38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6443C-FF15-9390-3713-009886964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F620F-9E13-9EEC-4BCE-2243D0211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78640-7A03-FE3F-F412-05254414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08752-01D5-1C64-092B-C3BF5ABF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30614-1FBE-0D75-A492-8D3A9F8B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9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17E1-0D6C-A6FA-6621-93BCC7CD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6B40C-8F09-205B-F5DC-30465AE8A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E4A16-4906-ABE8-7948-2A0683369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80F08-89D8-D88A-BC72-EB556330D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B35404-A6EB-09CA-7AAD-5A935D288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4F37B6-CF52-955F-3E4F-EA9D7BE1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5912A-93C3-F65C-3C8D-817B817A6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44AA9B-39DB-943F-5AEF-65512966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3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1EDC-76EC-AB96-7208-E392C4CE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565FF-43CC-11C7-AB6F-0714F8D1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625C2-D9ED-2736-8719-0C17B13F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7ACEF-FE2B-5B3A-F503-D7D27808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05ED9-F1CE-34E3-AED3-DEF103AF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24CC1-7A27-9D55-8B82-EC27F79F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E1BD3-5048-88A3-06A8-FF4BFB81E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2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67121-CE8A-4E8E-50BD-725E3E84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A9970-5C48-404A-5C88-6B99AA5A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70752-45F4-1781-7408-7C8BE27DE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CA7D8-ABDD-6EB6-130F-37A2B78D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E1492-A341-E74E-EA25-87AD405F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239A4-27FA-0BA7-FAE4-6E05FB4F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5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5386-71D8-1903-299B-205E3E8B8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45EDF1-8D1C-42ED-480B-CF0BA8ED5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4E4DA-4470-4452-89C7-96E0112A4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10042-C6E9-9843-E666-F3408AD4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EEB56-3C31-A6D8-6CFD-EEF786F7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E7370-342C-6FB4-789B-603BF37B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5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22A66-FBD9-9A0A-C2EF-0042B14F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E4843-DA44-EB59-3A81-41D3C26F6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41C64-A2CD-6C23-75DB-41B53DC4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9A7A1-3DDC-B8ED-0400-9BEE9680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3A661-2878-11FD-F3B3-0CA65CC5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1941D-B3AA-D315-482A-A211EEED2D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06824-C953-AA40-D1F1-4AD36E886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7A198-0326-F238-B737-07B45002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5D96D-04EF-6633-0BCF-ABAD00EA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D6F39-02DA-9DEC-E3E1-55E64DE7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8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67095-02B3-2240-310E-09D9501D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83AEC-95BF-B84C-2D64-0AADB53E9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17465-F7E4-D421-7530-A2B643CA5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A95FD-AB9A-4BB7-B153-8B8C9B8A14F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ABF4B-FD2B-E321-D1AB-FE16ABE14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6ED9F-A48D-B2DB-1FBC-9AAC7380D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C5973-2518-405E-ACA4-1E08A9454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9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19F8A9-65D9-1C9B-BD77-60CB24360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03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2D19C3-58D7-F1F6-3F5B-43EB7B9660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9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63FF01-C48F-733B-391D-5D152F9613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6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D4D290-09B2-5906-EBB2-F7C0CE03E8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7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FDFC85-B08B-8CFF-4C6E-05ADBFA82B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1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73D060-2D60-A2A5-AB9D-6EFB38778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91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3A4125-F3D2-C349-C1B2-4D0AE3BA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3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DCC398-DA55-C4A5-B367-2F852C51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00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D6DB0F-D0B5-9F68-BA50-23325E5FE5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1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1379A2-CAD8-3A18-6ADC-5136C27E8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1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84835F-DD59-36F9-99DD-36219642C0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8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Vikhyat Raghumanda</dc:creator>
  <cp:lastModifiedBy>Vikhyat Raghumanda</cp:lastModifiedBy>
  <cp:revision>1</cp:revision>
  <dcterms:created xsi:type="dcterms:W3CDTF">2026-03-17T02:58:33Z</dcterms:created>
  <dcterms:modified xsi:type="dcterms:W3CDTF">2026-03-17T03:01:57Z</dcterms:modified>
</cp:coreProperties>
</file>